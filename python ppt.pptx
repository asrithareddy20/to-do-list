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66" d="100"/>
          <a:sy n="66" d="100"/>
        </p:scale>
        <p:origin x="570" y="4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D9FF-EDC5-8778-CA91-5CCEDEF6C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B05B5-72D6-14C5-FE5B-4DEEE2F90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83538-294C-B7CE-7A9F-6D6D59C4D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8BA1D-EEA7-28A8-93E0-34F3090E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CE5D8-39C7-D0F6-C6C4-74871AC6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C7C7-3DF2-F4E9-1BDB-CAE9410D9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40410-B78A-9F7E-DEE8-5554E7F5C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9915F-750C-BCE1-3F9E-57378253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4E512-1C42-12BF-AE40-DD6000EB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106AE-C9E9-88B6-42F3-D5BBF72F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1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5126-BBC5-B908-069A-6D44D748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B940E-EA78-29A7-3AB4-7ACFE375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89120-D874-D265-9ADF-51666301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CFBE5-B8F5-314F-D2E0-197FBF06B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4B43-5BAA-B80E-5DBE-0B742FF5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08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ED0A-7ECA-DB67-641C-306DD203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12E4D-4406-DC38-31BC-CE0E91034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37E93-1597-292F-CC52-34324E91C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C4BE3-6D43-A9A1-199C-DE8F84885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956FB-A0E1-CDA1-225F-05322C49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E0FE0-A2B9-D3D1-CDFD-C5FD3D9C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0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4B00-8081-7B7C-CACF-3E168AA0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4BC1D-4BF7-094F-36F9-894856900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C7276-C9EE-3D62-9B8D-A2CD24EAD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B6C14-ACB6-635E-781B-FE31C8862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507B4-890F-8556-F6E5-F811C44945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52BD5-9256-7625-5D09-BF0EA513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F35EC-160F-A454-8EB8-D2C56DB4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7985A-876F-06E4-0CE1-5DBCBADC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8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3201-28C7-DF96-A2DF-C2326946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16335-FB11-B497-7605-4412D1C4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214E7-21DA-437E-5AB4-7DDBC194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E5C8E-5FF1-598C-AD05-3DC347D4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86699-C5B5-97E0-0662-56503846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CE2EB-E8A3-1C8D-4039-BC7FF02E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6C3BB-0DB3-86FD-359E-CA52006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7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D135-4894-ADF6-31F5-E1C473653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8F0E6-8BF8-D987-C00A-CE8D56365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B8F80-0532-EA2C-8531-6BE0AE5E9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E00D1-419E-2F4A-0AF9-6A97A84F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8C84B-D9A9-5CD9-F0EA-6A35553F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A85A6-C96B-2FBB-9CA4-DE8A3512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9483-3F1E-2126-F64A-394B6BC60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34B19-3944-991B-6923-2E0E290B6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E3BFE-38A3-3658-3125-6348225F5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19991-0703-BA71-156E-1826E5F7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9659B-740F-F9D3-5BA6-4CC22E69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9935D-A974-FF9A-A033-9972F69E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4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4655-797F-A5F1-D1C1-1A023B21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D2792-04AB-5933-562F-1CE4FF35C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41927-62B0-F14F-6815-AE249E66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05C5C-76A0-2BAD-9504-14B9E43B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0F37F-DA6F-4702-8BEE-B6976353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63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52A7EB-603D-19E2-D9C8-F2941C089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B285A-106D-D156-0707-13344FEC2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17733-73C8-B217-3252-51AA061E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F452E-BD93-EF36-FE0C-703CF7EE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A641-2E59-5FC4-D2EF-125A62D1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98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DA9E3-4DAC-A874-8F26-AE0C2824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B9619-7075-FC8F-F3B4-E6C117A63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C5081-20D1-F580-E454-219B64691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49020-F404-4300-8298-5FBEC7BB0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383B-00EC-2DF4-726A-393AEFDF6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16CDB-DB44-3DB0-ACA6-9DDCC172E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D7C8D-E89E-4E17-9847-B822EE43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2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0A06C-F026-63AF-5153-B93469B41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6036B-0F18-84AF-1A78-9534D99075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6A567-167A-8E5C-491A-E82C8887F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" b="4167"/>
          <a:stretch>
            <a:fillRect/>
          </a:stretch>
        </p:blipFill>
        <p:spPr>
          <a:xfrm>
            <a:off x="-84779" y="0"/>
            <a:ext cx="12276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5DD2E1-2848-B21C-3CCB-624C402D1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" b="2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30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Ankitha reddy s</dc:creator>
  <cp:lastModifiedBy>Ankitha reddy s</cp:lastModifiedBy>
  <cp:revision>1</cp:revision>
  <dcterms:created xsi:type="dcterms:W3CDTF">2025-12-25T12:37:44Z</dcterms:created>
  <dcterms:modified xsi:type="dcterms:W3CDTF">2025-12-25T12:37:57Z</dcterms:modified>
</cp:coreProperties>
</file>